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표준화 프로필 거리 (중앙값)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같은 선수
인접 시즌</c:v>
                  </c:pt>
                  <c:pt idx="1">
                    <c:v>Scalar-matched
다른 선수</c:v>
                  </c:pt>
                  <c:pt idx="2">
                    <c:v>Random
다른 선수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0.721</c:v>
                </c:pt>
                <c:pt idx="1">
                  <c:v>1.019</c:v>
                </c:pt>
                <c:pt idx="2">
                  <c:v>1.208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1270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표준화 거리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스칼라 지표가 감추는 프로필 다양성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wRC+·WAR이 거의 동일한 두 선수라도, B2V 5차원 프로필은 같은 선수의 시즌 간 변화보다 오히려 더 멀리 떨어져 있다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7452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4068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격차(scalar-matched − 같은 선수): </a:t>
            </a:r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+0.297  [95% CI 0.269, 0.323]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574243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2,080쌍(focal 802명) · 같은 선수 인접시즌 1,414쌍 · 2,000회 focal-player 클러스터 부트스트랩 · SD=10 재산출 스케일 기준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0" y="187452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0" y="20848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 — 같은 성적, 다른 스타일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24048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 Schwarber vs. Jordan Walker (2023)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788920"/>
          <a:ext cx="4251960" cy="2148840"/>
        </p:xfrm>
        <a:graphic>
          <a:graphicData uri="http://schemas.openxmlformats.org/drawingml/2006/table">
            <a:tbl>
              <a:tblPr/>
              <a:tblGrid>
                <a:gridCol w="1508760"/>
                <a:gridCol w="1234440"/>
                <a:gridCol w="123444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Schwarber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wRC+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132320" y="50292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wRC+·WAR는 사실상 동일. Schwarber는 파워+선구안형(‘Three True Outcomes’), Walker는 컨택+스피드형. 프로필 거리 1.8 (matched 중앙값 1.02보다 큼)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예시는 설명을 위해 선정된 것으로 통계적 대표성을 주장하지 않음. 파워+선구안형이 컨택+스피드형보다 우월하다는 것은 세이버메트릭스 업계의 일반적 통념을 인용한 것이며, 본 연구가 직접 검증한 인과적 결론은 아님.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056132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Baseball2Vector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타깃 지표를 넓히면 보이는 Defense·Speed의 기여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Δ(5차원) → ΔwRC+ / ΔWAR / ΔOPS 동시대적 부분연관성 · 1,414 transitions · 567명 · 2,000회 player-cluster 부트스트랩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6720840" cy="3520440"/>
        </p:xfrm>
        <a:graphic>
          <a:graphicData uri="http://schemas.openxmlformats.org/drawingml/2006/table">
            <a:tbl>
              <a:tblPr/>
              <a:tblGrid>
                <a:gridCol w="1600200"/>
                <a:gridCol w="1709928"/>
                <a:gridCol w="1709928"/>
                <a:gridCol w="17007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ΔwRC+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ΔWAR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3.15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[2.96, 3.33]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0.157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[0.144, 0.169]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0.0125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[0.0118, 0.0133]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2.17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[1.97, 2.37]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[0.101, 0.127]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0.0081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[0.0073, 0.0089]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Discipline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[0.52, 0.89]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[0.026, 0.047]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0.0012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[0.0005, 0.0019]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0.04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[-0.10, 0.19]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0.097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[0.088, 0.107]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-0.0001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[-0.0006, 0.0004]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-0.13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[-0.27, 0.00]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0.037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4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[0.028, 0.046]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 -0.0003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[-0.0008, 0.0002]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5595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95% CI가 0을 배제 (유의)   – = 0과 구별 불가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52360" y="1874520"/>
            <a:ext cx="4206240" cy="3520440"/>
          </a:xfrm>
          <a:prstGeom prst="roundRect">
            <a:avLst>
              <a:gd name="adj" fmla="val 2078"/>
            </a:avLst>
          </a:prstGeom>
          <a:solidFill>
            <a:srgbClr val="1E4220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44968" y="212140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중요한가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44968" y="2542032"/>
            <a:ext cx="3621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Defense·Speed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순수 타격지표인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wRC+·OPS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에서는 존재감이 없었지만, 수비·주루가 반영되는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에서는 5개 tool 전부 뚜렷하게 유의합니다.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44968" y="4041648"/>
            <a:ext cx="3621024" cy="0"/>
          </a:xfrm>
          <a:prstGeom prst="line">
            <a:avLst/>
          </a:prstGeom>
          <a:noFill/>
          <a:ln w="12700">
            <a:solidFill>
              <a:srgbClr val="3E6B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44968" y="4224528"/>
            <a:ext cx="3621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이전 finding에서 Defense·Speed가 ‘무의미’해 보였던 건 B2V 차원 자체의 한계가 아니라 wRC+라는 타깃 지표의 구조적 한계였다.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동시대적 부분연관성이며 인과관계·예측·훈련 처방이 아님. 계수 크기는 타깃마다 스케일이 달라(wRC+ ~50–150, WAR ~0–8, OPS ~0.6–1.0) 타깃 간 절대값 비교는 불가하며, 타깃 내부 순위만 비교 가능.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56132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Baseball2Vector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2026-08-12T08:13:35Z</dcterms:created>
  <dcterms:modified xsi:type="dcterms:W3CDTF">2026-08-12T08:13:35Z</dcterms:modified>
</cp:coreProperties>
</file>